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731520"/>
            <a:ext cx="4023360" cy="402336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114800"/>
            <a:ext cx="3474720" cy="347472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86384"/>
            <a:ext cx="1463040" cy="3810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3840480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50" b="0">
                <a:solidFill>
                  <a:srgbClr val="FFC7A8"/>
                </a:solidFill>
                <a:latin typeface="Bahnschrift"/>
              </a:rPr>
              <a:t>FIELD ISSUE OPS / SYSTEM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8595360" cy="11430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非标设备项目现场问题协同系统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7132320" cy="7315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500" b="0">
                <a:solidFill>
                  <a:srgbClr val="DAE2EA"/>
                </a:solidFill>
                <a:latin typeface="Microsoft YaHei"/>
              </a:rPr>
              <a:t>从 Excel 问题表，升级为项目优先、图像驱动、责任清晰、闭环可追溯的企业级问题协同平台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364992"/>
            <a:ext cx="96012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项目优先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3364992"/>
            <a:ext cx="96012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现场录入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3364992"/>
            <a:ext cx="96012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闭环管理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364992"/>
            <a:ext cx="960120" cy="310896"/>
          </a:xfrm>
          <a:prstGeom prst="roundRect">
            <a:avLst/>
          </a:prstGeom>
          <a:solidFill>
            <a:srgbClr val="FA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B04E3E"/>
                </a:solidFill>
                <a:latin typeface="Microsoft YaHei"/>
              </a:rPr>
              <a:t>附件证据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417320"/>
            <a:ext cx="1737360" cy="105156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536192"/>
            <a:ext cx="155448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1801368"/>
            <a:ext cx="1554480" cy="6126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现场录入
跟进 / 关闭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417320"/>
            <a:ext cx="1737360" cy="105156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536192"/>
            <a:ext cx="155448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Web 管理端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801368"/>
            <a:ext cx="1554480" cy="6126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项目 / 统计
分派 / 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697480"/>
            <a:ext cx="3657600" cy="96012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816352"/>
            <a:ext cx="34747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统一后端 + MySQL / Redis / 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081528"/>
            <a:ext cx="3474720" cy="5212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统一权限、状态机、附件、编号、统计口径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08192"/>
            <a:ext cx="4754880" cy="2377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050" b="0">
                <a:solidFill>
                  <a:srgbClr val="B4BEC8"/>
                </a:solidFill>
                <a:latin typeface="Bahnschrift"/>
              </a:rPr>
              <a:t>版本范围：当前可运行系统说明稿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6108192"/>
            <a:ext cx="1554480" cy="2377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1050" b="0">
                <a:solidFill>
                  <a:srgbClr val="B4BEC8"/>
                </a:solidFill>
                <a:latin typeface="Bahnschrift"/>
              </a:rP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4632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WHY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为什么必须从 Excel 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这不是换一个录入界面，而是重构现场问题的传递方式。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4568" y="1884680"/>
            <a:ext cx="63500" cy="9855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Excel 的真实问题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文字描述不足、现场情况还要反复追问、状态和责任缺少统一口径。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2480" y="1884680"/>
            <a:ext cx="63500" cy="9855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管理层的真实痛点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打开问题后不能在 10 秒内理解本质，不知道影响、责任人、下一步。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0392" y="1884680"/>
            <a:ext cx="63500" cy="9855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项目团队的真实成本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责任归属不清、反复催办、超期问题不可视，统计也无法沉淀。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1546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1546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192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本系统要解决什么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192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交付给企业的直接结果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6301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把每个问题从“文字行”变成“现场问题对象”：有项目、有责任、有附件、有时间线。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让现场人员以拍照、拍视频、选项目、简单跟进为主，尽量减少纯文字输入。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让项目经理和管理层按项目查看问题池，快速识别高优先级、超期、未分派问题。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让问题关闭不再靠口头确认，而是保留关闭人、关闭时间、关闭说明和证据附件。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6301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现场与管理层使用同一套数据，不再重复维护 Excel 和聊天记录。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管理端可以做项目团队、责任人、优先级、统计分析和项目轮巡。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小程序与 Web 共用账号体系、同一后端和数据库，便于后续私有化部署。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整个问题链路具备审计能力，适合企业现场管理、追溯和复盘。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ROLE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角色分工不是一堆账号，而是现场协作关系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566160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4568" y="1884680"/>
            <a:ext cx="63500" cy="37287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332841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现场人员 / 工厂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2"/>
            <a:ext cx="3310128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小程序轻操作，核心目标是随时记录真实现场。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80360"/>
            <a:ext cx="3310128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选择项目后快速录入问题。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上传照片、视频，自动带录入人和录入时间。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查看我的问题、待我处理、当前项目 OPL。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在问题详情里提交跟进记录和关闭证据。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3566160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0456" y="1884680"/>
            <a:ext cx="63500" cy="37287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92808"/>
            <a:ext cx="332841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责任工程师 / 项目经理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21992"/>
            <a:ext cx="3310128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Web 做重管理，小程序也能随时推进状态。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80360"/>
            <a:ext cx="3310128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只在当前项目问题库内分派责任人。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调整优先级、推进状态、补充处理说明。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维护项目团队，限定谁可以分派、验证、关闭问题。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按项目视角看清重点问题、下一步和风险。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83080"/>
            <a:ext cx="3529584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6344" y="1884680"/>
            <a:ext cx="63500" cy="37287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892808"/>
            <a:ext cx="329184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 / 管理员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21992"/>
            <a:ext cx="3273552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一个做运营看板，一个做基础账号和权限。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880360"/>
            <a:ext cx="3273552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驾驶舱按项目轮巡或手动选择项目查看整体状态。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统计页看趋势、结构、超期和高优先级压力。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用户管理支持预创建账号、微信绑定、导入、重置密码。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系统角色负责权限，项目团队负责项目内岗位和职责。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89320"/>
            <a:ext cx="1097280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20" b="0">
                <a:solidFill>
                  <a:srgbClr val="606B78"/>
                </a:solidFill>
                <a:latin typeface="Microsoft YaHei"/>
              </a:rPr>
              <a:t>关键原则：权限角色控制“能做什么”，项目团队控制“在哪个项目做什么”。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一套后端、一套数据库、两套前端入口，所有规则统一收口。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828800" cy="109728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16459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164592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登录绑定
项目选择
问题录入
跟进与关闭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1828800" cy="109728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6459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Web 管理端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164592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驾驶舱
项目问题库
问题详情
用户与统计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965960"/>
            <a:ext cx="3749039" cy="288036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79" y="2084832"/>
            <a:ext cx="3566159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Spring Boot 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2350008"/>
            <a:ext cx="3566159" cy="24414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认证与微信绑定
RBAC 权限
Issue 状态机
附件服务
项目团队
统计计算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554480"/>
            <a:ext cx="1554480" cy="91440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73352"/>
            <a:ext cx="137160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38528"/>
            <a:ext cx="1371600" cy="4754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业务主库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554480"/>
            <a:ext cx="1554480" cy="91440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1673352"/>
            <a:ext cx="137160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938528"/>
            <a:ext cx="1371600" cy="4754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缓存 / 登录辅助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743200"/>
            <a:ext cx="3200400" cy="100584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862072"/>
            <a:ext cx="30175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27248"/>
            <a:ext cx="3017520" cy="5669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图片 / 视频 / 证据附件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069080"/>
            <a:ext cx="3200400" cy="868680"/>
          </a:xfrm>
          <a:prstGeom prst="roundRect">
            <a:avLst/>
          </a:prstGeom>
          <a:solidFill>
            <a:srgbClr val="FAE6E2"/>
          </a:solidFill>
          <a:ln w="17780">
            <a:solidFill>
              <a:srgbClr val="B04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187952"/>
            <a:ext cx="30175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53128"/>
            <a:ext cx="3017520" cy="4297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MySQL + Redis + MinIO + Backend + Web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2487168"/>
            <a:ext cx="914400" cy="2540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7480" y="4151376"/>
            <a:ext cx="914400" cy="2540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2057400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800" y="3246120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43800" y="4507992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833872"/>
            <a:ext cx="10972800" cy="4114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为什么这套架构稳：前后端职责清晰、状态规则只在后端、附件存储可替换、部署可本地可私有化。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问题闭环主链路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系统的核心不是 CRUD，而是让问题形成可执行、可追溯、可关闭的流程。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新建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项目 + 标题 + 描述 + 媒体</a:t>
            </a:r>
          </a:p>
        </p:txBody>
      </p:sp>
      <p:sp>
        <p:nvSpPr>
          <p:cNvPr id="9" name="Chevron 8"/>
          <p:cNvSpPr/>
          <p:nvPr/>
        </p:nvSpPr>
        <p:spPr>
          <a:xfrm>
            <a:off x="2505456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88336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已受理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明确责任人和处理入口</a:t>
            </a:r>
          </a:p>
        </p:txBody>
      </p:sp>
      <p:sp>
        <p:nvSpPr>
          <p:cNvPr id="13" name="Chevron 12"/>
          <p:cNvSpPr/>
          <p:nvPr/>
        </p:nvSpPr>
        <p:spPr>
          <a:xfrm>
            <a:off x="4535424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18304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处理中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跟进记录、附件、说明</a:t>
            </a:r>
          </a:p>
        </p:txBody>
      </p:sp>
      <p:sp>
        <p:nvSpPr>
          <p:cNvPr id="17" name="Chevron 16"/>
          <p:cNvSpPr/>
          <p:nvPr/>
        </p:nvSpPr>
        <p:spPr>
          <a:xfrm>
            <a:off x="6565392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48272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待验证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处理完成，等待确认</a:t>
            </a:r>
          </a:p>
        </p:txBody>
      </p:sp>
      <p:sp>
        <p:nvSpPr>
          <p:cNvPr id="21" name="Chevron 20"/>
          <p:cNvSpPr/>
          <p:nvPr/>
        </p:nvSpPr>
        <p:spPr>
          <a:xfrm>
            <a:off x="8595360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78240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已关闭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关闭人 / 时间 / 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3127248"/>
            <a:ext cx="749808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3136392"/>
            <a:ext cx="749808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可挂起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93808" y="3127248"/>
            <a:ext cx="749808" cy="310896"/>
          </a:xfrm>
          <a:prstGeom prst="roundRect">
            <a:avLst/>
          </a:prstGeom>
          <a:solidFill>
            <a:srgbClr val="FA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3136392"/>
            <a:ext cx="749808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B04E3E"/>
                </a:solidFill>
                <a:latin typeface="Microsoft YaHei"/>
              </a:rPr>
              <a:t>可取消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6118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36118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7764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每次推进都记录什么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764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关闭问题时必须关注什么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40873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状态从哪里变到哪里。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谁执行了这次操作。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操作时间和备注。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是否上传了处理附件、跟进附件或关闭证据。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0873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谁关闭了这条问题、关闭时间是什么时候。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关闭说明可以补充处理结论。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关闭证据可上传图片和视频，直接作为验收依据。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关闭后仍保留时间线和附件审计，不丢失过程记录。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Web 管理端页面总览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这部分面向项目经理、管理层和管理员，强调重管理、重分析、重追踪。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登录页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账号密码登录，进入统一后台。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1884680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驾驶舱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全局或单项目 KPI、趋势、轮巡。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528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884680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0832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项目选择器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0832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先选项目，再进入项目问题库。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992" y="3265424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项目问题库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筛选、分页、新建问题、整项目统计。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8160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4360" y="3265424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464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问题详情页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4464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附件预览、分派、优先级、状态推进、时间线。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528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3265424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0832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0832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项目主数据、项目团队、成员同步与导入。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7992" y="4646168"/>
            <a:ext cx="63500" cy="103124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统计分析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趋势、状态结构、项目压力和重点问题。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8160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04360" y="4646168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4464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用户管理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4464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创建/导入账号、微信绑定、角色、参与项目。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4528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10728" y="4646168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0832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字典管理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0832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分类、来源、部门、模块等标准口径。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驾驶舱：管理层首先看到的页面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怎么使用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顶部项目选择器：手动切换项目查看单项目数据。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未选择项目时可自动轮巡，适合会议室大屏或管理巡检。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展示总数、未关闭、高优先级、超期、趋势和重点问题。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把“要先看什么项目、哪类问题最急”收敛成一屏信息。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登录后直接进入驾驶舱。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选择具体项目，查看该项目的 KPI 和重点问题。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不选择项目时，系统自动轮巡各项目。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点重点问题或某个项目入口，进入项目问题库或问题详情。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17720"/>
            <a:ext cx="10972800" cy="10972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4568" y="4719320"/>
            <a:ext cx="63500" cy="89408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744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适合谁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6632"/>
            <a:ext cx="10716768" cy="5669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管理层看节奏，项目经理看风险，会议场景看轮巡。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ISSUE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项目选择器 + 项目问题库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从 Web 端录入、筛选、查看问题时，永远先锁定项目。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先选项目，再进问题库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通过项目选择器按项目编号、名称、客户筛选。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进入项目后，顶部统计按整项目口径展示，不受分页影响。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支持关键字、责任人、状态等条件筛选。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列表支持直接进入问题详情。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在 Web 端录入新问题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问题库页面直接点击“新建问题”。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当前项目自动带入，避免录错项目。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可填写标题、描述、分类、优先级、设备/模块、责任人。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支持上传图片和视频附件，作为问题现场证据。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这页解决了什么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把项目问题池和全局问题池彻底区分开。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让问题筛选、统计、责任判断都围绕项目展开。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让 Web 端不只是查看，也能补录问题。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为项目经理提供最常用的管理入口。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ISSUE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问题详情页：最重要的一页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打开后应在 10 秒内知道当前阶段、责任人、下一步和最新动作。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页面内能做什么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如何实际使用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顶部直接看标题、优先级、当前阶段与描述。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附件在描述区下方直接预览，图片和视频都能查看。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右侧做责任分派、优先级调整和状态推进。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时间线查看系统记录、人工跟进和附件评论。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关闭时填写关闭说明、关闭证据，并记录关闭人和关闭时间。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先判断当前阶段、责任人和下一步是否正确。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若需改责任人，在此页直接分派，且只能分给当前项目团队成员。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若问题进入收尾，切到“关闭问题”，补说明和证据附件。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所有状态变更、评论和附件都会沉淀在时间线中。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709160"/>
            <a:ext cx="10972800" cy="978408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4568" y="4810760"/>
            <a:ext cx="63500" cy="775208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81888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为什么这页重要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148072"/>
            <a:ext cx="10716768" cy="4480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它把“描述、证据、责任、进度、关闭”五件事收敛到一处，是全系统的协同核心。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项目管理与项目团队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项目不是只有项目经理一个字段，而是一支有岗位、有权限的团队。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项目管理页包含什么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项目团队能表达什么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维护项目编号、名称、客户、项目经理、起止日期、项目状态。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从项目页直接进入该项目的问题库。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查看并维护“项目团队”。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支持从现有 OPL 同步项目成员，减少手工维护成本。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支持项目成员批量导入。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同一个人在不同项目内可以承担不同岗位。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项目成员可以标记是否为项目经理、是否可分派、是否可验证、是否可关闭问题。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问题责任人下拉只显示当前项目团队成员。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岗位与系统权限分离，避免 RBAC 与现场职责混乱。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用户管理、微信绑定与账号体系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企业账号是主身份，微信只是登录入口和绑定关系。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管理员怎么做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预先创建企业账号，配置姓名、部门、角色。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支持新建用户、编辑、批量导入、重置密码、解绑微信。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查看用户参与了哪些项目，并可跳转项目团队维护。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角色已扩展到项目经理、质量经理、机械工程师等岗位。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小程序如何登录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首次进入：先微信登录，再绑定一次企业账号和初始密码。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如果还是初始密码，系统强制修改密码。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绑定成功后，后续可直接微信免密进入。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Web 端继续使用账号密码登录，适合后台管理场景。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这套设计的价值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避免纯微信昵称登录带来的重名和混乱。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审计记录始终能追到企业账号和真实人员。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离职、换岗、外协账号都能在后台统一管理。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后续接 LDAP / AD / 企业微信也有空间。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统计分析与字典标准化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统计分析页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字典管理页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展示新增/关闭趋势、状态结构、项目压力和风险分布。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适合管理层定期 review 项目健康度。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和驾驶舱相比，这里更偏分析与结构化展示。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可以快速识别哪个项目、哪个部门、哪类问题最集中。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统一问题分类、问题来源、模块、部门等标准口径。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没有字典标准化，筛选和统计很快就会失真。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适合在正式上线前由管理员和项目管理层共同维护。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为后续报表、跨项目分析和导出做准备。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小程序页面总览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小程序负责轻操作：选项目、录问题、看项目 OPL、做跟进。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微信登录、企业账号绑定、首次改密。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7768" y="1884680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主入口：项目工作台、录入、问题库、统计。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7544" y="1884680"/>
            <a:ext cx="63500" cy="87579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所有项目级动作前先选项目。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7320" y="1884680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项目工作台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紧凑入口 + 重点问题 + 项目概览。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992" y="3109976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项目状态分布、优先级和重点问题。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7768" y="3109976"/>
            <a:ext cx="63500" cy="87579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新建问题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现场录入问题并上传照片/视频。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7544" y="3109976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项目问题库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按项目查看所有 OPL，并筛选责任人/状态。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7320" y="3109976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问题详情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查看附件、跟进记录、关闭证据、推进状态。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7992" y="4335272"/>
            <a:ext cx="63500" cy="87579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我的问题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我提报的问题。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01568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7768" y="4335272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待我处理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分配给我的问题。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57544" y="4335272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个人中心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绑定状态、版本、改密、退出登录。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LOGIN &amp;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登录页与首页：让现场人员少思考，直接进入工作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登录页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首页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1：微信登录并识别当前微信身份。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2：若未绑定，则输入企业账号和初始密码完成绑定。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3：若仍使用初始密码，则强制修改密码后进入系统。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整个过程围绕“企业身份稳定、微信体验轻量”设计。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首页只保留高频入口，不堆太多说明文字。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主入口是项目工作台、OPL 录入、项目问题库、项目统计。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个人区包含我的问题、待我处理、个人中心。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管理层账号可在首页看到简要项目快照。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PROJECT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项目选择、项目工作台、项目统计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项目优先是小程序最重要的交互原则。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1. 项目选择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按项目编号、名称、客户搜索。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先锁定项目，再进入下一级菜单。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避免跨项目问题混在一起。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适合一个人同时参与多个项目的场景。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2. 项目工作台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首屏以紧凑布局展示项目 KPI 和四个主入口。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入口包括 OPL 录入、项目问题库、项目统计、待我处理。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下面附带重点问题，便于直接进入详情。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适合项目经理和现场负责人随手查看。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3. 项目统计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管理层在小程序也能看项目状态分布和重点问题。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包含全部 OPL、处理中、已关闭、已超期等指标。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直接查看重点问题的责任人、截止时间和下一步。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适合现场会议或巡检时快速查看项目健康度。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CREATE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新建问题页：现场录入主链路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目标是现场员工可随时拍照、拍视频、快速提报。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录入时会自动带上的信息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媒体上传规则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当前项目：必须先选项目，避免问题挂错项目。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录入人：来自当前登录用户。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录入时间：系统自动记录。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标题、描述、优先级、影响等级可手动填写。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影响出货 / 影响联调 / 需要停机等开关可快速标记。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支持图片和视频。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单文件限制 5MB，视频限制 15 秒。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上传前可压缩，优先满足快速提报而不是高画质。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附件提交后会和问题一起落库，作为现场证据。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Web 端和小程序详情页都可以预览这些附件。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PROJECT OPL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项目问题库：小程序里的整项目视图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怎么使用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顶部显示整项目口径的统计，不随分页变化。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支持状态筛选、责任人筛选、关键字搜索。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统计卡已经压成双列紧凑布局，减少页面高度。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列表重点显示责任人、当前进度和下一步。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进入项目工作台后点击“项目问题库”。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需要看全部就用默认状态；要看关闭、超期、处理中可直接切换筛选。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如需看某个人的处理情况，用责任人筛选。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点任意问题进入详情做跟进、查看附件或关闭。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ISSUE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问题详情：附件预览、跟进、关闭证据都在这里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这页能做什么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建议使用方式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问题描述下方直接预览图片和视频缩略图。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点击后弹出中框预览，大图查看或直接播放视频。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时间线支持提交文字跟进，也支持图片和视频跟进。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关闭问题时，可上传关闭证据图片/视频，并单独回显为关闭证据附件。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页面同时显示当前阶段、责任人、下一步和关闭信息。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现场处理过程中，多次补充跟进记录和附件。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如果问题处理完成且进入关闭，先补关闭说明和关闭证据。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管理层可直接在此页看证据，而不是再去聊天记录里找。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这页既是移动端详情页，也是现场协同的证据页。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PERSONAL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我的问题、待我处理、个人中心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4568" y="1884680"/>
            <a:ext cx="63500" cy="9855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我的问题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查看我提报的问题现在到哪一步，是否已经分派、是否超期。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2480" y="1884680"/>
            <a:ext cx="63500" cy="9855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待我处理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聚焦分配给我的问题，快速进入详情推进。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0392" y="1884680"/>
            <a:ext cx="63500" cy="9855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个人中心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查看账号、绑定状态、角色、版本，并修改密码。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37560"/>
            <a:ext cx="10972800" cy="1874519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568" y="3439160"/>
            <a:ext cx="63500" cy="1671319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4728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为什么这三页重要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10716768" cy="1344167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它们把小程序从“只会录问题”变成“有个人工作区”的现场工具：我提报的、分给我的、我的账号状态，都有独立入口。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关键业务规则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这套系统稳定运行，靠的不是页面多，而是规则统一。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96723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录入、查看、分派都先选项目，不做全局混用问题池。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7768" y="1884680"/>
            <a:ext cx="63500" cy="96723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项目团队约束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责任人只能从当前项目团队里选择。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7544" y="1884680"/>
            <a:ext cx="63500" cy="96723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权限角色 + 岗位角色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系统权限与岗位分离，避免角色体系混乱。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7320" y="1884680"/>
            <a:ext cx="63500" cy="96723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媒体规则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图片 / 视频单文件 5MB，视频 15 秒，支持压缩。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992" y="3201416"/>
            <a:ext cx="63500" cy="96723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关闭必须可追溯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关闭人、关闭时间、关闭说明、关闭证据全部保留。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7768" y="3201416"/>
            <a:ext cx="63500" cy="96723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整项目统计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统计看的是整个项目，不随分页变化。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7544" y="3201416"/>
            <a:ext cx="63500" cy="96723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状态机统一收口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NEW → ACCEPTED → IN_PROGRESS → PENDING_VERIFY → CLOSED。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7320" y="3201416"/>
            <a:ext cx="63500" cy="96723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附件统一落库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问题附件、跟进附件、关闭证据都可跨端查看。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当前系统已按企业内网、本地部署、私有化迁移来设计。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部署组成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小程序真机前还要做什么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Docker Compose 一键启动：mysql / redis / minio / backend / web。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所有服务统一 UTF-8、Asia/Shanghai、ISO 8601 时间格式。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MinIO 可后续切换为 OSS / COS，不影响业务接口层。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Web 与小程序共用后端与数据库。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把接口地址切换成可从手机访问的 HTTPS 域名。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在微信公众平台配置 request / upload / download 合法域名。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若需要真实微信登录，配置 AppID / Secret 并关闭本地 mock。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开发者工具可本地调试，真机必须遵守域名和证书规则。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USAGE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不同角色怎么使用这套系统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这页可以直接作为培训页使用。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976119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选项目 → 新建问题 → 上传媒体 → 后续补跟进。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1976119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责任工程师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看待我处理 → 处理问题 → 提交验证 → 补证据。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528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976119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0832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项目经理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0832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进项目问题库 → 分派责任人 → 调优先级 → 跟进超期。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992" y="3356863"/>
            <a:ext cx="63500" cy="103124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先看驾驶舱 / 项目统计 → 再看重点问题详情。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8160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4360" y="3356863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464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4464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建项目、建用户、导入项目成员、维护角色和字典。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528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3356863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0832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关闭问题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0832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补关闭说明和关闭证据，不建议直接口头关闭。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972800" cy="91440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568" y="4874768"/>
            <a:ext cx="63500" cy="7112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882896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培训建议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212080"/>
            <a:ext cx="10716768" cy="3840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先培训“项目优先”和“关闭证据”这两件事，再培训高级统计和项目团队维护。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206240"/>
            <a:ext cx="3291840" cy="329184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548640"/>
            <a:ext cx="3657600" cy="36576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FFC29F"/>
                </a:solidFill>
                <a:latin typeface="Bahnschrift"/>
              </a:rP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这套系统最终给企业带来的不是“一个软件”，而是一种现场协同方式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D4DCE5"/>
                </a:solidFill>
                <a:latin typeface="Microsoft YaHei"/>
              </a:rPr>
              <a:t>项目内问题分库、现场图像化录入、管理层快速理解、责任清晰、证据闭环。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5413248" cy="1325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7992" y="2250440"/>
            <a:ext cx="63500" cy="112268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58568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现场端更快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87752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少打字，多拍图，多选项，随时提报。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48840"/>
            <a:ext cx="5413248" cy="1325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7544" y="2250440"/>
            <a:ext cx="63500" cy="112268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258568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管理端更清楚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87752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看项目、看趋势、看重点问题，不再盯 Excel。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21024"/>
            <a:ext cx="5413248" cy="132588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992" y="3722624"/>
            <a:ext cx="63500" cy="112268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730752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责任更明确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59936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谁录入、谁处理、谁关闭，全链路可追溯。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621024"/>
            <a:ext cx="5413248" cy="132588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7544" y="3722624"/>
            <a:ext cx="63500" cy="112268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730752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后续更容易扩展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059936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可继续做报表、导出、AI 分析、企业集成。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6400800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00" b="0">
                <a:solidFill>
                  <a:srgbClr val="D6DDE6"/>
                </a:solidFill>
                <a:latin typeface="Microsoft YaHei"/>
              </a:rPr>
              <a:t>建议汇报顺序：先讲痛点和闭环，再演示 Web 驾驶舱与小程序录入主链路。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Presentation Generated by Codex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实拍补充：驾驶舱与项目问题库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这两页是管理层和项目经理最常打开的真实界面。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534924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5202936" cy="39227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90488" y="1417320"/>
            <a:ext cx="507492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ssue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90472"/>
            <a:ext cx="4928616" cy="3922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0216" y="5175504"/>
            <a:ext cx="4855464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</a:rPr>
              <a:t>真实系统截图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23560"/>
            <a:ext cx="1060704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42432"/>
            <a:ext cx="101498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驾驶舱负责看全局节奏、项目轮巡和重点风险。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项目问题库负责按项目筛选问题，并支持直接录入新问题。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这一组图片补足了第一版 PPT 里“讲清楚了，但图不够”的问题。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实拍补充：问题详情页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问题详情是整套系统最核心的一页。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74066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ssue_detail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7260336" cy="4471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11312" y="1417320"/>
            <a:ext cx="30632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82496"/>
            <a:ext cx="2697480" cy="4160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这里同时承载描述、附件、责任人、进度、时间线和关闭动作。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图片和视频在描述区下方直接预览，不再藏在附件链接里。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关闭问题时会记录关闭人、关闭时间、关闭说明和关闭证据。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实拍补充：项目管理与用户管理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项目团队和企业账号体系，是系统跑稳的基础。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534924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ject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5202936" cy="39227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90488" y="1417320"/>
            <a:ext cx="507492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90472"/>
            <a:ext cx="4928616" cy="3922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0216" y="5175504"/>
            <a:ext cx="4855464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</a:rPr>
              <a:t>真实系统截图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23560"/>
            <a:ext cx="1060704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42432"/>
            <a:ext cx="101498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项目管理决定项目主数据和项目团队成员。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用户管理决定企业账号、角色、微信绑定和项目参与关系。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责任人无法随意乱选，是因为系统按“项目团队成员”做了限制。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实拍补充：统计分析页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这一页更适合复盘、周会和管理评审。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74066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t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7260336" cy="4471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11312" y="1417320"/>
            <a:ext cx="30632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82496"/>
            <a:ext cx="2697480" cy="4160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统计页偏分析，驾驶舱偏总览。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适合看趋势、结构、超期压力和项目风险分布。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后续还可以继续扩展导出和跨项目对比。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小程序实拍补充：真实登录页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当前已补入原始小程序截图，不再使用重绘示意图。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74066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niapp_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7260336" cy="4471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11312" y="1417320"/>
            <a:ext cx="30632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82496"/>
            <a:ext cx="2697480" cy="4160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这张图来自微信开发者工具当前真实页面截图，未改颜色。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登录链路是：微信登录 -&gt; 企业账号绑定 -&gt; 首次强制改密。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如果你要，我下一轮继续把小程序首页、项目问题库、详情页也抓成原图补进去。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4709160"/>
            <a:ext cx="2926080" cy="292608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594360"/>
            <a:ext cx="3749039" cy="3749039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841248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小程序原图补充：首页总览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5953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保留真实界面，不改颜色，只补充原图截图。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92608"/>
            <a:ext cx="160020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REAL MINIAPP SHOTS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36576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6720840" cy="4754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niapp_hom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6574536" cy="46085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589520" y="1417320"/>
            <a:ext cx="3675887" cy="4754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691640"/>
            <a:ext cx="3291840" cy="4251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6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60">
                <a:solidFill>
                  <a:srgbClr val="18222B"/>
                </a:solidFill>
                <a:latin typeface="Microsoft YaHei"/>
              </a:rPr>
              <a:t>首页已经把高频入口收成项目工作台、OPL 录入、项目问题库、项目统计四个主入口。</a:t>
            </a:r>
          </a:p>
          <a:p>
            <a:pPr algn="l">
              <a:spcAft>
                <a:spcPts val="800"/>
              </a:spcAft>
            </a:pPr>
            <a:r>
              <a:rPr sz="146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60">
                <a:solidFill>
                  <a:srgbClr val="18222B"/>
                </a:solidFill>
                <a:latin typeface="Microsoft YaHei"/>
              </a:rPr>
              <a:t>页面上方直接显示当前人和当前项目，进入项目后就能进入项目级问题库，不会把不同项目混在一起。</a:t>
            </a:r>
          </a:p>
          <a:p>
            <a:pPr algn="l">
              <a:spcAft>
                <a:spcPts val="800"/>
              </a:spcAft>
            </a:pPr>
            <a:r>
              <a:rPr sz="146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60">
                <a:solidFill>
                  <a:srgbClr val="18222B"/>
                </a:solidFill>
                <a:latin typeface="Microsoft YaHei"/>
              </a:rPr>
              <a:t>这张图来自微信开发者工具里的真实运行页面，不是重新绘制的示意图。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4709160"/>
            <a:ext cx="2926080" cy="292608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594360"/>
            <a:ext cx="3749039" cy="3749039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841248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小程序原图补充：开发现场入口感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5953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用真实运行截图补足第一页里缺少的小程序画面。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92608"/>
            <a:ext cx="160020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REAL MINIAPP SHOTS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36576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3749039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niapp_after_seed_re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3602735" cy="4471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53712" y="1417320"/>
            <a:ext cx="2907792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490472"/>
            <a:ext cx="2761488" cy="447141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35240" y="1417320"/>
            <a:ext cx="3630168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1664208"/>
            <a:ext cx="3246120" cy="4069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2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20">
                <a:solidFill>
                  <a:srgbClr val="18222B"/>
                </a:solidFill>
                <a:latin typeface="Microsoft YaHei"/>
              </a:rPr>
              <a:t>左侧保留了开发者工具里的真实运行场景，能看清小程序页面处于真实调试状态。</a:t>
            </a:r>
          </a:p>
          <a:p>
            <a:pPr algn="l">
              <a:spcAft>
                <a:spcPts val="800"/>
              </a:spcAft>
            </a:pPr>
            <a:r>
              <a:rPr sz="142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20">
                <a:solidFill>
                  <a:srgbClr val="18222B"/>
                </a:solidFill>
                <a:latin typeface="Microsoft YaHei"/>
              </a:rPr>
              <a:t>右侧是已经补进系统介绍里的登录原图，和首页一起构成完整的小程序入口说明。</a:t>
            </a:r>
          </a:p>
          <a:p>
            <a:pPr algn="l">
              <a:spcAft>
                <a:spcPts val="800"/>
              </a:spcAft>
            </a:pPr>
            <a:r>
              <a:rPr sz="142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20">
                <a:solidFill>
                  <a:srgbClr val="18222B"/>
                </a:solidFill>
                <a:latin typeface="Microsoft YaHei"/>
              </a:rPr>
              <a:t>后续如果你要继续补真机首页、项目工作台、问题详情，我会直接往这版 v2 上继续叠。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