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1005840"/>
            <a:ext cx="2743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600" b="1">
                <a:solidFill>
                  <a:srgbClr val="26D6EA"/>
                </a:solidFill>
                <a:latin typeface="Microsoft YaHei"/>
              </a:rPr>
              <a:t>Bridge to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011680"/>
            <a:ext cx="8046720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非标设备项目现场问题协同系统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16352"/>
            <a:ext cx="731520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DCE5EE"/>
                </a:solidFill>
                <a:latin typeface="Microsoft YaHei"/>
              </a:rPr>
              <a:t>原图截图版：保留真实系统界面，不对截图颜色做任何处理。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87568"/>
            <a:ext cx="2011680" cy="237744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2026 / 03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Microsoft YaHei"/>
              </a:rPr>
              <a:t>FIELD ISSUE 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为什么要从 Excel 升级成项目化问题协同系统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10972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4937760" cy="4389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Excel 只有文本，没有现场画面、责任状态和关闭证据。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管理层打开问题后，往往还要追问“这是什么、影响多大、谁在处理”。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不同项目的问题容易混在一起，责任归属和统计口径都会变形。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关闭动作没有证据沉淀，后续复盘难以还原现场。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系统升级的目标不是替代表格，而是建立统一的问题闭环。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700784"/>
            <a:ext cx="5431536" cy="4389120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01952"/>
            <a:ext cx="4572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100" b="1">
                <a:solidFill>
                  <a:srgbClr val="17305F"/>
                </a:solidFill>
                <a:latin typeface="Microsoft YaHei"/>
              </a:rPr>
              <a:t>系统升级后的结果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2249424"/>
            <a:ext cx="457200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问题先归属项目，再做录入、分派、跟进、关闭。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现场以图片和视频为主，管理层打开问题即可看懂。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Web 与小程序共用数据和规则，责任和状态统一。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关闭问题必须留痕：关闭人、关闭时间、关闭证据。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68680"/>
            <a:ext cx="85039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566780"/>
                </a:solidFill>
                <a:latin typeface="Microsoft YaHei"/>
              </a:rPr>
              <a:t>微信小程序 + Web 管理端 + 统一后端 + MySQL/Redis/MinIO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93392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755648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000" b="1">
                <a:solidFill>
                  <a:srgbClr val="17305F"/>
                </a:solidFill>
                <a:latin typeface="Microsoft YaHei"/>
              </a:rPr>
              <a:t>微信小程序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1719072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0">
                <a:solidFill>
                  <a:srgbClr val="566780"/>
                </a:solidFill>
                <a:latin typeface="Microsoft YaHei"/>
              </a:rPr>
              <a:t>项目选择
现场录入
问题库
跟进/关闭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993392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249424"/>
            <a:ext cx="1755648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000" b="1">
                <a:solidFill>
                  <a:srgbClr val="17305F"/>
                </a:solidFill>
                <a:latin typeface="Microsoft YaHei"/>
              </a:rPr>
              <a:t>Web 管理端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670048"/>
            <a:ext cx="1719072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0">
                <a:solidFill>
                  <a:srgbClr val="566780"/>
                </a:solidFill>
                <a:latin typeface="Microsoft YaHei"/>
              </a:rPr>
              <a:t>驾驶舱
项目问题库
问题详情
用户/统计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93392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49424"/>
            <a:ext cx="1755648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000" b="1">
                <a:solidFill>
                  <a:srgbClr val="17305F"/>
                </a:solidFill>
                <a:latin typeface="Microsoft YaHei"/>
              </a:rPr>
              <a:t>统一后端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670048"/>
            <a:ext cx="1719072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0">
                <a:solidFill>
                  <a:srgbClr val="566780"/>
                </a:solidFill>
                <a:latin typeface="Microsoft YaHei"/>
              </a:rPr>
              <a:t>认证与绑定
RBAC
状态机
附件/统计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7112" y="1993392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249424"/>
            <a:ext cx="1755648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000" b="1">
                <a:solidFill>
                  <a:srgbClr val="17305F"/>
                </a:solidFill>
                <a:latin typeface="Microsoft YaHei"/>
              </a:rP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670048"/>
            <a:ext cx="1719072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0">
                <a:solidFill>
                  <a:srgbClr val="566780"/>
                </a:solidFill>
                <a:latin typeface="Microsoft YaHei"/>
              </a:rPr>
              <a:t>MySQL
Redis
MinIO
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663440"/>
            <a:ext cx="1024128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800" b="1">
                <a:solidFill>
                  <a:srgbClr val="17305F"/>
                </a:solidFill>
                <a:latin typeface="Microsoft YaHei"/>
              </a:rPr>
              <a:t>关键原则：前端负责录入与查看，业务规则全部统一收口在后端，状态流转和权限不分散到页面里。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驾驶舱：真实系统截图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68680"/>
            <a:ext cx="85039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566780"/>
                </a:solidFill>
                <a:latin typeface="Microsoft YaHei"/>
              </a:rPr>
              <a:t>以下开始全部使用当前系统原始截图，不改颜色。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4</a:t>
            </a:r>
          </a:p>
        </p:txBody>
      </p:sp>
      <p:pic>
        <p:nvPicPr>
          <p:cNvPr id="8" name="Picture 7" descr="dashboard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7452360" cy="57103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47888" y="1417320"/>
            <a:ext cx="3017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719072"/>
            <a:ext cx="2651760" cy="4251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登录后默认进入驾驶舱。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支持顶部项目选择器，也支持未选项目时自动轮巡。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集中展示 KPI、趋势、重点问题和当前项目状态。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适合管理层例会、项目经理巡检和大屏展示。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项目问题库：真实系统截图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5</a:t>
            </a:r>
          </a:p>
        </p:txBody>
      </p:sp>
      <p:pic>
        <p:nvPicPr>
          <p:cNvPr id="7" name="Picture 6" descr="issue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7452360" cy="52492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47888" y="1417320"/>
            <a:ext cx="3017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719072"/>
            <a:ext cx="2651760" cy="4251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先选项目，再进入项目问题库。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顶部统计是整项目口径，不跟翻页变化。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支持关键字、责任人、状态、优先级等筛选。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项目问题库页可直接录入新问题。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问题详情：真实系统截图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6</a:t>
            </a:r>
          </a:p>
        </p:txBody>
      </p:sp>
      <p:pic>
        <p:nvPicPr>
          <p:cNvPr id="7" name="Picture 6" descr="issue_detail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53312"/>
            <a:ext cx="7772400" cy="77335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417320"/>
            <a:ext cx="28346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58784" y="1719072"/>
            <a:ext cx="2542032" cy="4251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打开问题后先看当前阶段、责任人、下一步。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附件直接在描述区预览，支持图片和视频。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右侧可以做分派、优先级调整和状态推进。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关闭问题时填写关闭说明和关闭证据。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项目管理：真实系统截图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7</a:t>
            </a:r>
          </a:p>
        </p:txBody>
      </p:sp>
      <p:pic>
        <p:nvPicPr>
          <p:cNvPr id="7" name="Picture 6" descr="project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7452360" cy="41919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47888" y="1417320"/>
            <a:ext cx="3017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719072"/>
            <a:ext cx="2651760" cy="4251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维护项目编号、名称、客户、项目经理和计划日期。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项目团队用于表达项目内岗位和责任范围。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问题责任人下拉只显示当前项目团队成员。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支持同步 OPL 成员和团队批量导入。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用户管理：真实系统截图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8</a:t>
            </a:r>
          </a:p>
        </p:txBody>
      </p:sp>
      <p:pic>
        <p:nvPicPr>
          <p:cNvPr id="7" name="Picture 6" descr="user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7452360" cy="68095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47888" y="1417320"/>
            <a:ext cx="3017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719072"/>
            <a:ext cx="2651760" cy="4251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管理员预创建企业账号与角色。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支持新建、编辑、导入、重置密码、解绑微信。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小程序首次登录时绑定企业账号，而不是直接用微信昵称。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企业账号是主身份，微信只做登录入口。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统计分析：真实系统截图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9</a:t>
            </a:r>
          </a:p>
        </p:txBody>
      </p:sp>
      <p:pic>
        <p:nvPicPr>
          <p:cNvPr id="7" name="Picture 6" descr="stat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7452360" cy="41919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47888" y="1417320"/>
            <a:ext cx="3017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719072"/>
            <a:ext cx="2651760" cy="4251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管理层可按项目看趋势、结构和风险。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统计页偏分析和复盘，驾驶舱偏总览和巡检。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后续可继续扩展导出报表和跨项目对比。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小程序：当前已抓到的原始截图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68680"/>
            <a:ext cx="85039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566780"/>
                </a:solidFill>
                <a:latin typeface="Microsoft YaHei"/>
              </a:rPr>
              <a:t>这里使用开发者工具中的真实小程序界面，不做颜色改动。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10</a:t>
            </a:r>
          </a:p>
        </p:txBody>
      </p:sp>
      <p:pic>
        <p:nvPicPr>
          <p:cNvPr id="8" name="Picture 7" descr="miniapp_logi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89888"/>
            <a:ext cx="2846685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794760" y="1417320"/>
            <a:ext cx="74066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6784" y="1737360"/>
            <a:ext cx="7040880" cy="4114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当前已抓到的是小程序真实登录页原图。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小程序登录方式是：微信登录 → 企业账号绑定 → 首次强制改密。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这页也能看到当前开发环境的提示：真机前需切换到可访问的 HTTPS 域名。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我没有再对小程序截图调色或重新绘制。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小程序主链路怎么用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868680"/>
            <a:ext cx="85039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566780"/>
                </a:solidFill>
                <a:latin typeface="Microsoft YaHei"/>
              </a:rPr>
              <a:t>先选项目，再录入问题、查看项目问题库、提交跟进和关闭证据。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28346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现场员工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834640" cy="3474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选择项目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录入新问题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上传现场图片/视频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后续补跟进记录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28346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责任工程师 / 项目经理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12848"/>
            <a:ext cx="2834640" cy="3474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查看项目问题库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看待我处理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提交处理进展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关闭前补充证据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54480"/>
            <a:ext cx="3154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828800"/>
            <a:ext cx="265176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管理层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12848"/>
            <a:ext cx="2651760" cy="3474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看项目统计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看项目问题库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看重点问题和责任人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看关闭证据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关键业务规则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36192"/>
            <a:ext cx="104698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828800"/>
            <a:ext cx="9875520" cy="4206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所有问题先归属项目，不允许全局问题池混用不同项目数据。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责任人只能从当前项目团队中选择。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关闭问题要保留关闭人、关闭时间、关闭说明和关闭证据。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图片和视频是问题证据的一部分，不是附属备注。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系统角色负责权限，项目团队负责项目内岗位与职责。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统计看整项目口径，不跟分页变化。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25A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22960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部署与上线说明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66780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00200"/>
            <a:ext cx="52303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65376"/>
            <a:ext cx="448056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部署组成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480560" cy="3474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Docker Compose：mysql / redis / minio / backend / web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统一 UTF-8、Asia/Shanghai、ISO 8601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后端统一权限、状态机和附件服务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支持内网与私有化部署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00200"/>
            <a:ext cx="5029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65376"/>
            <a:ext cx="43891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小程序真机前必须完成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212848"/>
            <a:ext cx="4389120" cy="3474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把接口地址切换成手机可访问的 HTTPS 域名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在微信后台配置 request/upload/download 合法域名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若启用真实微信登录，配置 AppID / Secret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真机联调时重点验证附件上传与预览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097280"/>
            <a:ext cx="2743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600" b="1">
                <a:solidFill>
                  <a:srgbClr val="26D6EA"/>
                </a:solidFill>
                <a:latin typeface="Microsoft YaHei"/>
              </a:rPr>
              <a:t>Bridge to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813816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Microsoft YaHei"/>
              </a:rPr>
              <a:t>把问题从一行 Excel，变成可协同、可追责、可关闭、可复盘的现场系统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37560"/>
            <a:ext cx="740664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项目内问题分库，边界清晰。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现场图像化录入，管理层快速理解。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责任人、状态、时间线和证据统一保留。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Web 与小程序共用一套数据与规则。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92608"/>
            <a:ext cx="1645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Microsoft YaHei"/>
              </a:rPr>
              <a:t>FIELD ISSUE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2743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D6E0EE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